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Freelancing Platform</a:t>
            </a:r>
          </a:p>
          <a:p>
            <a:r>
              <a:t>with Blockchain Smart Contracts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&amp; Architecture</a:t>
            </a:r>
          </a:p>
          <a:p/>
          <a:p>
            <a:r>
              <a:t>Generated by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Core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Revolutionizing freelance work using AI and Blockchain:</a:t>
            </a:r>
          </a:p>
          <a:p>
            <a:pPr lvl="1"/>
            <a:r>
              <a:t>Secure Escrow: Smart contract-based secure payments.</a:t>
            </a:r>
          </a:p>
          <a:p>
            <a:pPr lvl="1"/>
            <a:r>
              <a:t>AI Matching: Intelligent skill-gap analysis and recommendations.</a:t>
            </a:r>
          </a:p>
          <a:p>
            <a:pPr lvl="1"/>
            <a:r>
              <a:t>Modern Tech Stack: Cutting-edge microservices architecture.</a:t>
            </a:r>
          </a:p>
          <a:p>
            <a:pPr lvl="1"/>
            <a:r>
              <a:t>Decentralized Trust: Removing traditional intermediaries.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platform is built on a scalable microservices architecture:</a:t>
            </a:r>
          </a:p>
          <a:p>
            <a:pPr lvl="1"/>
            <a:r>
              <a:t>Frontend: React (Vite) / Next.js, Tailwind CSS, Framer Motion</a:t>
            </a:r>
          </a:p>
          <a:p>
            <a:pPr lvl="1"/>
            <a:r>
              <a:t>Backend Core: Java Spring Boot</a:t>
            </a:r>
          </a:p>
          <a:p>
            <a:pPr lvl="1"/>
            <a:r>
              <a:t>AI Service: Python (FastAPI/Flask)</a:t>
            </a:r>
          </a:p>
          <a:p>
            <a:pPr lvl="1"/>
            <a:r>
              <a:t>Blockchain: Solidity Smart Contracts</a:t>
            </a:r>
          </a:p>
          <a:p>
            <a:pPr lvl="1"/>
            <a:r>
              <a:t>Containerization: Docker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suite of tools for employers and freelancers:</a:t>
            </a:r>
          </a:p>
          <a:p>
            <a:pPr lvl="1"/>
            <a:r>
              <a:t>Job Marketplace: Discover opportunities &amp; matching talent.</a:t>
            </a:r>
          </a:p>
          <a:p>
            <a:pPr lvl="1"/>
            <a:r>
              <a:t>Bidding System: Competitive proposal submissions.</a:t>
            </a:r>
          </a:p>
          <a:p>
            <a:pPr lvl="1"/>
            <a:r>
              <a:t>AI Analytics Dashboard: Insights, skill gaps, and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Project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Milestones:</a:t>
            </a:r>
          </a:p>
          <a:p>
            <a:pPr lvl="1"/>
            <a:r>
              <a:t>Spring Boot Backend Development: Entities, Repositories, Services.</a:t>
            </a:r>
          </a:p>
          <a:p>
            <a:pPr lvl="1"/>
            <a:r>
              <a:t>Frontend Mockup &amp; Structure setup in Vite React.</a:t>
            </a:r>
          </a:p>
          <a:p>
            <a:pPr lvl="1"/>
            <a:r>
              <a:t>Docker orchestration with docker-compose.</a:t>
            </a:r>
          </a:p>
          <a:p>
            <a:pPr lvl="1"/>
            <a:r>
              <a:t>Blockchain Smart Contract drafted (Escrow/Payments).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Freelancing Platform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